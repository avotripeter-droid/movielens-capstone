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8B9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Casablanca (1942)</c:v>
                </c:pt>
                <c:pt idx="1">
                  <c:v>Goodfellas (1990)</c:v>
                </c:pt>
                <c:pt idx="2">
                  <c:v>Departed, The (2006)</c:v>
                </c:pt>
                <c:pt idx="3">
                  <c:v>Rear Window (1954)</c:v>
                </c:pt>
                <c:pt idx="4">
                  <c:v>Godfather Pt. II (1974)</c:v>
                </c:pt>
                <c:pt idx="5">
                  <c:v>Dr. Strangelove (1964)</c:v>
                </c:pt>
                <c:pt idx="6">
                  <c:v>Fight Club (1999)</c:v>
                </c:pt>
                <c:pt idx="7">
                  <c:v>Cool Hand Luke (1967)</c:v>
                </c:pt>
                <c:pt idx="8">
                  <c:v>Godfather, The (1972)</c:v>
                </c:pt>
                <c:pt idx="9">
                  <c:v>Shawshank Redemption (1994)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4.24</c:v>
                </c:pt>
                <c:pt idx="1">
                  <c:v>4.25</c:v>
                </c:pt>
                <c:pt idx="2">
                  <c:v>4.25</c:v>
                </c:pt>
                <c:pt idx="3">
                  <c:v>4.26</c:v>
                </c:pt>
                <c:pt idx="4">
                  <c:v>4.26</c:v>
                </c:pt>
                <c:pt idx="5">
                  <c:v>4.2699999999999996</c:v>
                </c:pt>
                <c:pt idx="6">
                  <c:v>4.2699999999999996</c:v>
                </c:pt>
                <c:pt idx="7">
                  <c:v>4.2699999999999996</c:v>
                </c:pt>
                <c:pt idx="8">
                  <c:v>4.29</c:v>
                </c:pt>
                <c:pt idx="9">
                  <c:v>4.43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66-4DF4-A2D7-CDEDE2AD9E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610 users by activity quartile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79-4FE9-98A6-D3F6FFC88229}"/>
              </c:ext>
            </c:extLst>
          </c:dPt>
          <c:dPt>
            <c:idx val="1"/>
            <c:bubble3D val="0"/>
            <c:spPr>
              <a:solidFill>
                <a:srgbClr val="9AB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79-4FE9-98A6-D3F6FFC88229}"/>
              </c:ext>
            </c:extLst>
          </c:dPt>
          <c:dPt>
            <c:idx val="2"/>
            <c:bubble3D val="0"/>
            <c:spPr>
              <a:solidFill>
                <a:srgbClr val="5B7F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79-4FE9-98A6-D3F6FFC88229}"/>
              </c:ext>
            </c:extLst>
          </c:dPt>
          <c:dPt>
            <c:idx val="3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79-4FE9-98A6-D3F6FFC88229}"/>
              </c:ext>
            </c:extLst>
          </c:dPt>
          <c:dLbls>
            <c:dLbl>
              <c:idx val="0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C979-4FE9-98A6-D3F6FFC88229}"/>
                </c:ext>
              </c:extLst>
            </c:dLbl>
            <c:dLbl>
              <c:idx val="1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979-4FE9-98A6-D3F6FFC88229}"/>
                </c:ext>
              </c:extLst>
            </c:dLbl>
            <c:dLbl>
              <c:idx val="2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C979-4FE9-98A6-D3F6FFC88229}"/>
                </c:ext>
              </c:extLst>
            </c:dLbl>
            <c:dLbl>
              <c:idx val="3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C979-4FE9-98A6-D3F6FFC8822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Q1 (least active)</c:v>
                </c:pt>
                <c:pt idx="1">
                  <c:v>Q2</c:v>
                </c:pt>
                <c:pt idx="2">
                  <c:v>Q3</c:v>
                </c:pt>
                <c:pt idx="3">
                  <c:v>Q4 (most active)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153</c:v>
                </c:pt>
                <c:pt idx="2">
                  <c:v>152</c:v>
                </c:pt>
                <c:pt idx="3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79-4FE9-98A6-D3F6FFC88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Cumulative ratings — first 5 months on record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ratings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Mar '96</c:v>
                </c:pt>
                <c:pt idx="1">
                  <c:v>Apr '96</c:v>
                </c:pt>
                <c:pt idx="2">
                  <c:v>May '96</c:v>
                </c:pt>
                <c:pt idx="3">
                  <c:v>Jun '96</c:v>
                </c:pt>
                <c:pt idx="4">
                  <c:v>Jul '96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223</c:v>
                </c:pt>
                <c:pt idx="2">
                  <c:v>1055</c:v>
                </c:pt>
                <c:pt idx="3">
                  <c:v>1938</c:v>
                </c:pt>
                <c:pt idx="4">
                  <c:v>2427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A44-41F1-8969-76CBFAA08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36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an end-to-end data project: load, validate, transform in SQL, analyze, predict, and turn it into a real recommendation for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100,836 ratings, 9,742 movies, 610 users. Quality checks (dedup + null checks) came back clean, so joins on movieId/userId are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100,836 ratings, 9,742 movies, 610 users. Quality checks (dedup + null checks) came back clean, so joins on movieId/userId are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08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marts: movie summary, genre leaderboard via RANK(), user activity ranking, and a cumulative monthly trend via a rolling window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by average rating with a 50-rating floor. Shawshank Redemption leads at 4.43. Crime/drama titles dominate — useful for genre-level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Genre-level RANK() surfaces a top film per genre. Separately, activity quartiles show ratings are concentrated in a small, highly active user base — user 414 alone logged 2,698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notebook's static 2x2 matplotlib dashboard becomes an interactive Streamlit app — same four panels, now filterable and always 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 baseline and a Random Forest were tested predicting avg_rating from rating count (+genre count). Neither beat a naive mean baseline — an honest negative result worth reporting, not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co-occurrence recommender via self-join on userId. Top pair (Shawshank / Pulp Fiction lineage) shares 231 raters — strong enough for a 'more like this'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action items: promote proven top titles, ship the co-rated recommender cheaply, don't trust volume as a quality proxy, and grow the rater base outside the top quartile.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the Streamlit app is delivered alongside this deck; CSV exports are ready to drop into Power BI or Looker Studio for teams that prefer those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3348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657600"/>
            <a:ext cx="4114800" cy="4114800"/>
          </a:xfrm>
          <a:prstGeom prst="ellipse">
            <a:avLst/>
          </a:prstGeom>
          <a:solidFill>
            <a:srgbClr val="16204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30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ANALYTICS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MovieLens </a:t>
            </a:r>
            <a:r>
              <a:rPr 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Ratings (Group 24):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Raw Ratings to Recommendations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SQL-driven analysis of 100,836 ratings across 9,742 films — quality checks, marts, prediction, and a business recommendation.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DuckDB · SQL · scikit-learn · Matplotlib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QUESTION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should we recommend, and to whom?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923" y="1283676"/>
            <a:ext cx="6129997" cy="5468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business question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films are genuinely well-loved (not just watched), which users drive the platform's rating volume, and can we predict a film's rating from simple, available features?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MovieLens "ml-latest-small" — real user ratings collected by GroupLens Research, loaded into a local DuckDB warehouse for SQL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58368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100,836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72084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loaded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8972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2688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in catalog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72084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raters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8972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2688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32688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 parsed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434340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57200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4434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keys, zero nulls on userId, movieId or timestamp — the join is safe to trust.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QUESTION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recommend, and to whom?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films are genuinely well-loved (not just watched), which users drive the platform's rating volume, and can we predict a film's rating from simple, available features?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"ml-latest-small" — real user ratings collected by GroupLens Research, loaded into a local DuckDB warehouse for SQL analysis.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100,836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72084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loaded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8972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2688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in catalog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72084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raters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8972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2688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32688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 parsed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434340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57200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4434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keys, zero nulls on userId, movieId or timestamp — the join is safe to trust.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660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TRANSFORM IN SQL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marts, built with joins &amp; window functions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Ratings Summary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rating + volume per film, joined across ratings &amp; movies.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8328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24231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Leaderboard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8444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RANK() OVER (PARTITION BY genre) — best film in each of 20 genres.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1792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1908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Activity Ranking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1908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RANK() by rating volume — surfaces the platform's power users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05256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811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9281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25372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Rating Trends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25372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Rolling SUM() window — cumulative ratings, month over month.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mart lives as a DataFrame, ready to chart — no extra data movement.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724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movie_ratings AS 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movieId, SPLIT_PART(genres,'|',1) AS main_genre, AVG(rating) avg_rating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movies JOIN ratings USING (movieId) GROUP BY 1,2 HAVING COUNT(*) &gt;= 20)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 RANK() OVER (PARTITION BY main_genre ORDER BY avg_rating DESC) AS genre_rank FROM movie_ratings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highest-rated films (min. 50 ratings)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71323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818120" y="141732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955280" y="15270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/ 5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955280" y="2404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Shawshank Redemption — highest rated film with 317 ratings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8120" y="29718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the ranking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Filtering to films with 50+ ratings (HAVING) removes one-off 5-star outliers, so this list reflects proven, broadly-loved titles.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Crime and drama dominate the top 10 — a signal for genre-level promotion, not just title-level.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film per genre, and who's rating the most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leaders (RANK within genre)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1188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Sample #1 Film (min. 20 ratings)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Logan (2017)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4.06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Drama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Shawshank Redemption, The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4.43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ranking (20+ genres) lives in the Streamlit app's Genre Explorer tab.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Power users drive volume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42062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rater: user #414 — </a:t>
            </a:r>
            <a:r>
              <a:rPr lang="en-US" sz="14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2,698 ratings, 3.39 avg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610 users split into activity quartiles: roughly 152–153 users per quartile, but the top quartile alone accounts for the large majority of total ratings.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6492240" y="155448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TRENDS &amp; DASHBOARD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volume over time, at a glance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6949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26280"/>
            <a:ext cx="6949440" cy="163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Monthly counts + a rolling SUM() window turn raw timestamps into a growth curve — the same pattern (early spikes, then steady accumulation) repeats across the dataset's 20+ year span.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680960" y="141732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6002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2×2 dashboard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955280" y="214884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Top-rated movies (bar)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by activity quartile (bar)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Cumulative ratings over time (line)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Rating distribution (histogram)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55280" y="3977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shipped as a live, filterable Streamlit app instead of a static 4-panel figure.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PREDICT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Can a film's rating be predicted from volume alone? Not really.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0.351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predicting avg rating from rating count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0" y="14630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5196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−0.10 to −0.001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5196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underperforms a plain mean-baseline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14630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572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0.388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81812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(predict the mean every time) is competitive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39"/>
            <a:ext cx="10789920" cy="3249637"/>
          </a:xfrm>
          <a:prstGeom prst="roundRect">
            <a:avLst>
              <a:gd name="adj" fmla="val 2807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Honest finding, not a failure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36576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tried predicting a film's average rating from rating count and genre count using a Random Forest, benchmarked against a simple baseline (always predict the training mean).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the model does not beat the baseline (negative R² on both versions tested). This tells us rating volume and genre count alone don't explain rating quality — word-of-mouth, cast, era, and content itself matter more than metadata we have here.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read: don't rely on a volume-based score to auto-surface "quality" films — keep using the audience-validated ranking from Slide 4 instead.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RECOMMEND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simple co-rated-movies recommender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Self-join on userId finds movie pairs frequently rated by the same person — a lightweight "users who liked X also rated Y" signal, no ML training required.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934696"/>
              </p:ext>
            </p:extLst>
          </p:nvPr>
        </p:nvGraphicFramePr>
        <p:xfrm>
          <a:off x="548640" y="2148840"/>
          <a:ext cx="7315200" cy="2499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 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 B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Shared raters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Shawshank Redemption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Pulp Fiction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Pulp Fiction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Shawshank Redemption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Pulp Fiction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Silence of the Lambs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Forrest Gump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Silence of the Lambs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138160" y="214884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36676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3400" dirty="0"/>
          </a:p>
        </p:txBody>
      </p:sp>
      <p:sp>
        <p:nvSpPr>
          <p:cNvPr id="6" name="Text 5"/>
          <p:cNvSpPr/>
          <p:nvPr/>
        </p:nvSpPr>
        <p:spPr>
          <a:xfrm>
            <a:off x="8366760" y="3063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raters between the top pair — a strong co-viewing signal for "more like this" placements.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Ships in the app as a “more like this” lookup: pick a film, see its most-often co-rated titles.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3348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telling the business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8470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audience-validated top titles (50+ ratings, highest avg) for recommendation and promotional placement — they have both quality and proof.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898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co-rated pairs as a low-cost “more like this” feature — no model training needed, just SQL.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39502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lean on rating-volume as a quality proxy for prediction — our model shows it doesn't hold; keep the audience-validated ranking as the source of truth.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50017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engagement campaigns aimed at the 75% of users outside the top activity quartile — more raters means better, more reliable recommendations platform-wide.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SHIP 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notebook to a live app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Streamlit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Interactive filters, live SQL marts, genre explorer, and the co-rated recommender — built and included with this deck.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33672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62272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62272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62272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 the exported mart CSVs; build the same 2×2 dashboard with slicers for genre and date.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18704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5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47304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47304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Looker Studio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47304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Connect the exported CSVs via Google Sheets for a shareable, browser-based 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streamlit run app.py — filters for genre &amp; minimum ratings, live top-movies &amp; genre leaderboards, and a “more like this” lookup.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1518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Ratings Analytics</dc:title>
  <dc:subject>PptxGenJS Presentation</dc:subject>
  <dc:creator>Data Analytics Project</dc:creator>
  <cp:lastModifiedBy>MARATHON COMPUTERS</cp:lastModifiedBy>
  <cp:revision>5</cp:revision>
  <dcterms:created xsi:type="dcterms:W3CDTF">2026-07-03T11:00:03Z</dcterms:created>
  <dcterms:modified xsi:type="dcterms:W3CDTF">2026-07-03T20:08:06Z</dcterms:modified>
</cp:coreProperties>
</file>